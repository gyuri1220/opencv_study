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96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51CB17-C136-432D-02FB-39045CD3F5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67750B0-6956-86A9-C949-830345614D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88A378-F0B0-C773-B3EB-C4C998F06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C091C-16D3-452B-9144-68BEFF1CF47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A938561-C4BE-476E-0C4B-E85EFFEF8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9EFA83-20F7-A86F-2EA4-124C918DF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E8F2C-C448-4B77-B509-EADD21A1C6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5638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E743D9-1872-9EC0-4249-9389D5D9A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EE302D-7BCC-5788-C702-75630BD15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1FB2-902D-EB85-A74A-6476F80C8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C091C-16D3-452B-9144-68BEFF1CF47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4CA298-9600-7A54-7666-812555C1F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247C3C-0B20-6E43-3F2B-E5938844A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E8F2C-C448-4B77-B509-EADD21A1C6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8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168314-BE31-87E4-1408-81EF7E7AC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76DB603-FD53-DFA3-E2E8-885C1D6770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993142-47DC-B8FA-8CD2-6E57A73C4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C091C-16D3-452B-9144-68BEFF1CF47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6B3DE5-6688-886E-0FE4-6CDB1E828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4A9143-16E5-D310-993C-5BF5F65CE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E8F2C-C448-4B77-B509-EADD21A1C6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9503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642B11-1704-C155-7763-FCE908E0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C978DA-7804-64CD-58D2-0CDB59C1E1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574F60F-657C-DB5B-875E-E6021B0BC8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4B82C9-0469-8E53-0E80-BBB90D8B7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C091C-16D3-452B-9144-68BEFF1CF47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677A41-4FD2-C2D1-A01A-DC0370C39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2B4CEE-042A-B68F-CBA0-AB9FE67D3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E8F2C-C448-4B77-B509-EADD21A1C6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339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D3DE71-BC2C-C8A3-44BA-FAC41554D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003FE78-4895-AD5A-BF74-0BC444919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BBDBA97-F89E-9494-80DF-A870B41EA9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041770E-40BC-40E2-3E3E-036328257F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08B1466-162D-2050-8CE1-03F3011C93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93F15C1-4A7E-9C51-60B3-6541E767F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C091C-16D3-452B-9144-68BEFF1CF47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DD9025-2896-3B21-DF02-30DC4911C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3AA0B6E-DAFF-8F61-DC76-A7EB9126D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E8F2C-C448-4B77-B509-EADD21A1C6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740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84F69F-98BF-E87E-7AE8-B2165D5A1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083348F-49A5-2413-74B8-051547ED8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C091C-16D3-452B-9144-68BEFF1CF47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2AA4936-022E-2B03-D158-0CD2A89A2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15C6F4-45E5-9C9E-0B3D-692C72FD1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E8F2C-C448-4B77-B509-EADD21A1C6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3546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B0B4420-6C6B-4AFC-234C-EC26E6658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C091C-16D3-452B-9144-68BEFF1CF47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9856B70-CBEB-8571-506E-331C34934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E5C5E3-4CED-7A9C-1F19-447F23683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E8F2C-C448-4B77-B509-EADD21A1C6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1822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CCDD74-B552-0ACD-514C-97A1622D8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A76EA7-4B6D-6A67-DFC0-A8A4E5791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A3B4159-C160-9D6C-1D7D-461AFD43F4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0CF74C-F624-6300-2541-9A0D2B0C8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C091C-16D3-452B-9144-68BEFF1CF47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A044CF6-2390-DB85-7CE9-07E9D6B9D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97CF6E0-6111-E306-8158-066CA5320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E8F2C-C448-4B77-B509-EADD21A1C6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136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F77939-3AE0-4696-0AA2-03C29620E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5FD176C-9FC5-E98D-E73E-AD5967C0FF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BFCC6A0-10E8-FB26-09F5-728A52B317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C91301-328F-D023-1F32-578F3573A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C091C-16D3-452B-9144-68BEFF1CF47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838F6AE-B22D-3F12-EFCE-F34F0DE35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3788222-A7AD-9A85-7F73-059A7D083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E8F2C-C448-4B77-B509-EADD21A1C6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8876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0C17E4-4548-51CB-1EC0-766251724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89FDCE-6603-580E-C618-386EB34A73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D7E99C-BD9D-C838-30ED-2410D3409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C091C-16D3-452B-9144-68BEFF1CF47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149F571-4A6B-C0BE-5AAA-B1B3B3F01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0BD635-E0FC-9EB0-9FDC-2A75462D8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E8F2C-C448-4B77-B509-EADD21A1C6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003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7A6B995-8CA3-5C97-9E02-23659C8E56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1D918A4-A237-5816-E740-D6B55FCFA5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DF7F2AB-0645-F631-7876-A0831D7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C091C-16D3-452B-9144-68BEFF1CF47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28674C-179E-5263-6A3A-191384872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BDC3A5-0CFA-41A1-0625-CE335CBF2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E8F2C-C448-4B77-B509-EADD21A1C6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018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9742BB-1944-6E4F-1F77-B167A120A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BFA798C-F3D1-516F-3A32-3AF1B9BB1C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CB1B33-4947-3592-508B-DF7B7CC34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3C091C-16D3-452B-9144-68BEFF1CF479}" type="datetimeFigureOut">
              <a:rPr lang="ko-KR" altLang="en-US" smtClean="0"/>
              <a:t>2026-05-22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660307-3ACF-FDD0-FD46-B2A6AA7CDA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5921A85-4C29-151F-119C-EB5B40C070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1E8F2C-C448-4B77-B509-EADD21A1C6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840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3D3CDF-141E-9048-970B-198EC79994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4800" dirty="0" err="1"/>
              <a:t>LucusEdge</a:t>
            </a:r>
            <a:r>
              <a:rPr lang="en-US" altLang="ko-KR" sz="4800" dirty="0"/>
              <a:t> Studio</a:t>
            </a:r>
            <a:endParaRPr lang="ko-KR" altLang="en-US" sz="4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7FB8E05-80CC-3002-AD4B-6F305222E2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강규리</a:t>
            </a:r>
            <a:r>
              <a:rPr lang="ko-KR" altLang="en-US" dirty="0"/>
              <a:t> </a:t>
            </a:r>
            <a:r>
              <a:rPr lang="en-US" altLang="ko-KR" dirty="0"/>
              <a:t>5/22~20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4299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>
            <a:extLst>
              <a:ext uri="{FF2B5EF4-FFF2-40B4-BE49-F238E27FC236}">
                <a16:creationId xmlns:a16="http://schemas.microsoft.com/office/drawing/2014/main" id="{BFDF55C8-9154-3107-9156-25B867D0C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82" y="171160"/>
            <a:ext cx="2505364" cy="558511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Measure Circle</a:t>
            </a:r>
            <a:endParaRPr lang="ko-KR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085A20-5084-DCDA-9949-DA53DD9B355C}"/>
              </a:ext>
            </a:extLst>
          </p:cNvPr>
          <p:cNvSpPr txBox="1"/>
          <p:nvPr/>
        </p:nvSpPr>
        <p:spPr>
          <a:xfrm>
            <a:off x="237837" y="697480"/>
            <a:ext cx="1025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노드 구조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845F03-99A9-989F-498D-81887A5FF046}"/>
              </a:ext>
            </a:extLst>
          </p:cNvPr>
          <p:cNvSpPr txBox="1"/>
          <p:nvPr/>
        </p:nvSpPr>
        <p:spPr>
          <a:xfrm>
            <a:off x="7269324" y="602763"/>
            <a:ext cx="10252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Input</a:t>
            </a:r>
            <a:r>
              <a:rPr lang="ko-KR" altLang="en-US" sz="1200" dirty="0"/>
              <a:t> </a:t>
            </a:r>
            <a:r>
              <a:rPr lang="en-US" altLang="ko-KR" sz="1200" dirty="0"/>
              <a:t>image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B51D2A-4118-F0C0-E207-C44689E105B1}"/>
              </a:ext>
            </a:extLst>
          </p:cNvPr>
          <p:cNvSpPr txBox="1"/>
          <p:nvPr/>
        </p:nvSpPr>
        <p:spPr>
          <a:xfrm>
            <a:off x="339437" y="5837354"/>
            <a:ext cx="50014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- Measure Circle</a:t>
            </a:r>
          </a:p>
          <a:p>
            <a:r>
              <a:rPr lang="en-US" altLang="ko-KR" dirty="0"/>
              <a:t>Detect Algo Hough-GRADIENT_ALT / Invert </a:t>
            </a:r>
            <a:r>
              <a:rPr lang="ko-KR" altLang="en-US" dirty="0"/>
              <a:t>🗸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0A0A17C-E588-3410-4ABF-41E4C87AF6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394" t="31972" r="43864" b="25159"/>
          <a:stretch>
            <a:fillRect/>
          </a:stretch>
        </p:blipFill>
        <p:spPr>
          <a:xfrm>
            <a:off x="237837" y="979352"/>
            <a:ext cx="4001654" cy="194719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50665D4-760A-6767-6379-B962FC4B2E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561" t="57947"/>
          <a:stretch>
            <a:fillRect/>
          </a:stretch>
        </p:blipFill>
        <p:spPr>
          <a:xfrm>
            <a:off x="7372698" y="3431895"/>
            <a:ext cx="2613891" cy="213830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643081BD-29F5-0319-BF32-FF61ECA68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2698" y="996610"/>
            <a:ext cx="2316248" cy="198911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36DEB1B-AD7A-F030-D6C1-0BD42787B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837" y="3124586"/>
            <a:ext cx="6095999" cy="2542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825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9D1DC-82B5-70F7-3354-745BCF932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473937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</TotalTime>
  <Words>21</Words>
  <Application>Microsoft Office PowerPoint</Application>
  <PresentationFormat>와이드스크린</PresentationFormat>
  <Paragraphs>7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LucusEdge Studio</vt:lpstr>
      <vt:lpstr>Measure Circle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KANG</dc:creator>
  <cp:lastModifiedBy>KANG</cp:lastModifiedBy>
  <cp:revision>1</cp:revision>
  <dcterms:created xsi:type="dcterms:W3CDTF">2026-05-22T00:56:00Z</dcterms:created>
  <dcterms:modified xsi:type="dcterms:W3CDTF">2026-05-22T07:41:17Z</dcterms:modified>
</cp:coreProperties>
</file>