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5" r:id="rId8"/>
    <p:sldId id="264" r:id="rId9"/>
    <p:sldId id="267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1CB17-C136-432D-02FB-39045CD3F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7750B0-6956-86A9-C949-830345614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88A378-F0B0-C773-B3EB-C4C998F0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938561-C4BE-476E-0C4B-E85EFFEF8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EFA83-20F7-A86F-2EA4-124C918D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63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743D9-1872-9EC0-4249-9389D5D9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E302D-7BCC-5788-C702-75630BD15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1FB2-902D-EB85-A74A-6476F80C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CA298-9600-7A54-7666-812555C1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47C3C-0B20-6E43-3F2B-E5938844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6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8314-BE31-87E4-1408-81EF7E7AC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DB603-FD53-DFA3-E2E8-885C1D677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93142-47DC-B8FA-8CD2-6E57A73C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B3DE5-6688-886E-0FE4-6CDB1E82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A9143-16E5-D310-993C-5BF5F65C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5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42B11-1704-C155-7763-FCE908E0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C978DA-7804-64CD-58D2-0CDB59C1E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74F60F-657C-DB5B-875E-E6021B0BC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4B82C9-0469-8E53-0E80-BBB90D8B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677A41-4FD2-C2D1-A01A-DC0370C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2B4CEE-042A-B68F-CBA0-AB9FE67D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33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3DE71-BC2C-C8A3-44BA-FAC41554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03FE78-4895-AD5A-BF74-0BC444919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BDBA97-F89E-9494-80DF-A870B41EA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41770E-40BC-40E2-3E3E-036328257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8B1466-162D-2050-8CE1-03F3011C9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93F15C1-4A7E-9C51-60B3-6541E767F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DD9025-2896-3B21-DF02-30DC4911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AA0B6E-DAFF-8F61-DC76-A7EB9126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74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4F69F-98BF-E87E-7AE8-B2165D5A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83348F-49A5-2413-74B8-051547ED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AA4936-022E-2B03-D158-0CD2A89A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15C6F4-45E5-9C9E-0B3D-692C72FD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54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0B4420-6C6B-4AFC-234C-EC26E665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856B70-CBEB-8571-506E-331C3493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E5C5E3-4CED-7A9C-1F19-447F2368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82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CDD74-B552-0ACD-514C-97A1622D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76EA7-4B6D-6A67-DFC0-A8A4E5791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3B4159-C160-9D6C-1D7D-461AFD43F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0CF74C-F624-6300-2541-9A0D2B0C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044CF6-2390-DB85-7CE9-07E9D6B9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7CF6E0-6111-E306-8158-066CA532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13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77939-3AE0-4696-0AA2-03C29620E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FD176C-9FC5-E98D-E73E-AD5967C0F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FCC6A0-10E8-FB26-09F5-728A52B31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C91301-328F-D023-1F32-578F3573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38F6AE-B22D-3F12-EFCE-F34F0DE3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788222-A7AD-9A85-7F73-059A7D08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87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C17E4-4548-51CB-1EC0-76625172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89FDCE-6603-580E-C618-386EB34A7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7E99C-BD9D-C838-30ED-2410D340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49F571-4A6B-C0BE-5AAA-B1B3B3F0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BD635-E0FC-9EB0-9FDC-2A75462D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03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A6B995-8CA3-5C97-9E02-23659C8E5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D918A4-A237-5816-E740-D6B55FCFA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7F2AB-0645-F631-7876-A0831D7A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8674C-179E-5263-6A3A-19138487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BDC3A5-0CFA-41A1-0625-CE335CBF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018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9742BB-1944-6E4F-1F77-B167A120A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FA798C-F3D1-516F-3A32-3AF1B9BB1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CB1B33-4947-3592-508B-DF7B7CC34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C091C-16D3-452B-9144-68BEFF1CF47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60307-3ACF-FDD0-FD46-B2A6AA7C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921A85-4C29-151F-119C-EB5B40C07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E8F2C-C448-4B77-B509-EADD21A1C6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84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D3CDF-141E-9048-970B-198EC7999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 err="1"/>
              <a:t>LucusEdge</a:t>
            </a:r>
            <a:r>
              <a:rPr lang="en-US" altLang="ko-KR" sz="4800" dirty="0"/>
              <a:t> Studio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FB8E05-80CC-3002-AD4B-6F305222E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강규리</a:t>
            </a:r>
            <a:r>
              <a:rPr lang="ko-KR" altLang="en-US" dirty="0"/>
              <a:t> </a:t>
            </a:r>
            <a:r>
              <a:rPr lang="en-US" altLang="ko-KR"/>
              <a:t>5/22~20, 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29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FDF55C8-9154-3107-9156-25B867D0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Measure Circle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085A20-5084-DCDA-9949-DA53DD9B355C}"/>
              </a:ext>
            </a:extLst>
          </p:cNvPr>
          <p:cNvSpPr txBox="1"/>
          <p:nvPr/>
        </p:nvSpPr>
        <p:spPr>
          <a:xfrm>
            <a:off x="237837" y="697480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45F03-99A9-989F-498D-81887A5FF046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51D2A-4118-F0C0-E207-C44689E105B1}"/>
              </a:ext>
            </a:extLst>
          </p:cNvPr>
          <p:cNvSpPr txBox="1"/>
          <p:nvPr/>
        </p:nvSpPr>
        <p:spPr>
          <a:xfrm>
            <a:off x="339437" y="5837354"/>
            <a:ext cx="5001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Measure Circle</a:t>
            </a:r>
          </a:p>
          <a:p>
            <a:r>
              <a:rPr lang="en-US" altLang="ko-KR" dirty="0"/>
              <a:t>Detect Algo Hough-GRADIENT_ALT / Invert </a:t>
            </a:r>
            <a:r>
              <a:rPr lang="ko-KR" altLang="en-US" dirty="0"/>
              <a:t>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A0A17C-E588-3410-4ABF-41E4C87AF6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94" t="31972" r="43864" b="25159"/>
          <a:stretch>
            <a:fillRect/>
          </a:stretch>
        </p:blipFill>
        <p:spPr>
          <a:xfrm>
            <a:off x="237837" y="979352"/>
            <a:ext cx="4001654" cy="19471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50665D4-760A-6767-6379-B962FC4B2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61" t="57947"/>
          <a:stretch>
            <a:fillRect/>
          </a:stretch>
        </p:blipFill>
        <p:spPr>
          <a:xfrm>
            <a:off x="7372698" y="3431895"/>
            <a:ext cx="2613891" cy="213830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43081BD-29F5-0319-BF32-FF61ECA68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698" y="996610"/>
            <a:ext cx="2316248" cy="19891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36DEB1B-AD7A-F030-D6C1-0BD42787B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37" y="3124586"/>
            <a:ext cx="6095999" cy="254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2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0B50-1D87-FF3E-D20E-EF3B6A87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DF66EC0-325D-11F7-5FF5-BAA31650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Measure Classify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D5D3A-26BF-0662-5484-BA65CD2B0719}"/>
              </a:ext>
            </a:extLst>
          </p:cNvPr>
          <p:cNvSpPr txBox="1"/>
          <p:nvPr/>
        </p:nvSpPr>
        <p:spPr>
          <a:xfrm>
            <a:off x="237837" y="697480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6F74F-965C-592D-03AE-719EE603608C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907A8A-7B37-D064-9C12-92AB6D1F5382}"/>
              </a:ext>
            </a:extLst>
          </p:cNvPr>
          <p:cNvSpPr txBox="1"/>
          <p:nvPr/>
        </p:nvSpPr>
        <p:spPr>
          <a:xfrm>
            <a:off x="339437" y="4895245"/>
            <a:ext cx="10579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Measure Classify</a:t>
            </a:r>
          </a:p>
          <a:p>
            <a:r>
              <a:rPr lang="en-US" altLang="ko-KR" dirty="0"/>
              <a:t>Input Source Image / Invert </a:t>
            </a:r>
            <a:r>
              <a:rPr lang="ko-KR" altLang="en-US" dirty="0"/>
              <a:t>🗸 </a:t>
            </a:r>
            <a:r>
              <a:rPr lang="en-US" altLang="ko-KR" dirty="0"/>
              <a:t>/ </a:t>
            </a:r>
            <a:r>
              <a:rPr lang="en-US" altLang="ko-KR" dirty="0" err="1"/>
              <a:t>Inminimum</a:t>
            </a:r>
            <a:r>
              <a:rPr lang="en-US" altLang="ko-KR" dirty="0"/>
              <a:t> 2220.0000 / </a:t>
            </a:r>
            <a:r>
              <a:rPr lang="en-US" altLang="ko-KR" dirty="0" err="1"/>
              <a:t>Inmaximum</a:t>
            </a:r>
            <a:r>
              <a:rPr lang="en-US" altLang="ko-KR" dirty="0"/>
              <a:t> 5000.0000 / Display Mode Fill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2F7950C-A71D-A686-2545-35738EC99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97" t="22383" r="28939" b="17997"/>
          <a:stretch>
            <a:fillRect/>
          </a:stretch>
        </p:blipFill>
        <p:spPr>
          <a:xfrm>
            <a:off x="339437" y="974479"/>
            <a:ext cx="5652654" cy="307570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FD51CFA-C71F-5982-DC70-9ACF5FA54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37" y="974237"/>
            <a:ext cx="2094457" cy="15708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AD4D2BE-82D9-C5B6-3256-5F5B471E1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37" y="2639555"/>
            <a:ext cx="2401296" cy="198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0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9D1DC-82B5-70F7-3354-745BCF93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60E23C-0E45-CF2C-83AF-15C07734F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556"/>
            <a:ext cx="12192000" cy="515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9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D07C-B51B-9611-80FD-685405D9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CE4CCE1-ABDF-100E-7A28-BAEC2EEE0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Measure Compare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755DF-4418-C354-CA29-FC623D7E7138}"/>
              </a:ext>
            </a:extLst>
          </p:cNvPr>
          <p:cNvSpPr txBox="1"/>
          <p:nvPr/>
        </p:nvSpPr>
        <p:spPr>
          <a:xfrm>
            <a:off x="237837" y="697480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C70CD-1C09-63B5-9422-2D492F72D44D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E8CEE-A258-D74B-8E1E-3B7AE1509CF7}"/>
              </a:ext>
            </a:extLst>
          </p:cNvPr>
          <p:cNvSpPr txBox="1"/>
          <p:nvPr/>
        </p:nvSpPr>
        <p:spPr>
          <a:xfrm>
            <a:off x="450274" y="3290703"/>
            <a:ext cx="5111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Measure Compare</a:t>
            </a:r>
          </a:p>
          <a:p>
            <a:r>
              <a:rPr lang="en-US" altLang="ko-KR" dirty="0" err="1"/>
              <a:t>Inspectrion</a:t>
            </a:r>
            <a:r>
              <a:rPr lang="en-US" altLang="ko-KR" dirty="0"/>
              <a:t> Mode Shape / Noise Reduction 3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A836C0-AC04-34E5-0413-B7A32834D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324" y="974479"/>
            <a:ext cx="3480041" cy="22213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16A6444-8238-A7FC-25B0-7159AA768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324" y="3429000"/>
            <a:ext cx="3507259" cy="28262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C89F56D-4F01-04BF-A548-CA91E23DA8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16" t="41267" r="28692" b="29302"/>
          <a:stretch>
            <a:fillRect/>
          </a:stretch>
        </p:blipFill>
        <p:spPr>
          <a:xfrm>
            <a:off x="339436" y="1184810"/>
            <a:ext cx="6109333" cy="165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91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3654E-E4AA-A5E7-2D5E-E2F6897B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1965D9-01F7-B6B4-8F8A-08F15879B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793"/>
            <a:ext cx="12192000" cy="511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25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081B-68BA-9C1A-1B35-CF20CA68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3F8317C-CAFF-3CF9-2FB9-74F70BBFC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Measure Level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241F5-2FCD-A38C-A112-39F731A767B8}"/>
              </a:ext>
            </a:extLst>
          </p:cNvPr>
          <p:cNvSpPr txBox="1"/>
          <p:nvPr/>
        </p:nvSpPr>
        <p:spPr>
          <a:xfrm>
            <a:off x="237837" y="697480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143BF-A944-F739-81AD-B2499D5A6078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0FAAC-23AC-AE75-96B7-E0AA46B9D552}"/>
              </a:ext>
            </a:extLst>
          </p:cNvPr>
          <p:cNvSpPr txBox="1"/>
          <p:nvPr/>
        </p:nvSpPr>
        <p:spPr>
          <a:xfrm>
            <a:off x="85757" y="4924475"/>
            <a:ext cx="7114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Measure Level</a:t>
            </a:r>
          </a:p>
          <a:p>
            <a:r>
              <a:rPr lang="en-US" altLang="ko-KR" dirty="0"/>
              <a:t>Search Offset Y 90 / Search Height 100 / Decision Value 105.0000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EAD024-8E37-7C15-B9D7-B76C9F1D6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282" y="3429000"/>
            <a:ext cx="3232279" cy="26896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9E4FBC-17C5-E198-D4A9-EBAA60B6C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122" y="879762"/>
            <a:ext cx="3206470" cy="24109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A1EAC6-1BAD-C0D5-757E-9DB85A7FB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836" t="33049" r="30016" b="28108"/>
          <a:stretch>
            <a:fillRect/>
          </a:stretch>
        </p:blipFill>
        <p:spPr>
          <a:xfrm>
            <a:off x="353032" y="1255991"/>
            <a:ext cx="6245086" cy="268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52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296A0-FA13-79DE-C737-3B4753B1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060C03-97CD-BECD-4D45-2C1E90E12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535"/>
            <a:ext cx="12192000" cy="515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1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117C-C6FC-55A0-D53F-2BC1DFFB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542B510F-A4D7-3D26-EC83-F7D81393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Measure Distance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82B22-55F2-B5F5-D6A2-9195AB9D79BF}"/>
              </a:ext>
            </a:extLst>
          </p:cNvPr>
          <p:cNvSpPr txBox="1"/>
          <p:nvPr/>
        </p:nvSpPr>
        <p:spPr>
          <a:xfrm>
            <a:off x="237837" y="697480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51E96E-D5C6-2F30-D909-D57168CF9FB1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697203-6801-2644-7021-27D0083EC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37" y="1170704"/>
            <a:ext cx="6630325" cy="182905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AB306AA-7CB6-BE12-61C8-465F9700B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324" y="1035217"/>
            <a:ext cx="4606999" cy="21000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AFD5161-8012-9DDB-C9CC-15EEEB13C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346" y="3429000"/>
            <a:ext cx="3962953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42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5DA8A-EF63-05BD-7287-D07D4203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DE5785-CECD-8AA7-A42A-0FDCBC51F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086"/>
            <a:ext cx="12192000" cy="513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20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91</Words>
  <Application>Microsoft Office PowerPoint</Application>
  <PresentationFormat>와이드스크린</PresentationFormat>
  <Paragraphs>25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LucusEdge Studio</vt:lpstr>
      <vt:lpstr>Measure Circle</vt:lpstr>
      <vt:lpstr>Measure Classify</vt:lpstr>
      <vt:lpstr>PowerPoint 프레젠테이션</vt:lpstr>
      <vt:lpstr>Measure Compare</vt:lpstr>
      <vt:lpstr>PowerPoint 프레젠테이션</vt:lpstr>
      <vt:lpstr>Measure Level</vt:lpstr>
      <vt:lpstr>PowerPoint 프레젠테이션</vt:lpstr>
      <vt:lpstr>Measure Distance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</dc:creator>
  <cp:lastModifiedBy>KANG</cp:lastModifiedBy>
  <cp:revision>5</cp:revision>
  <dcterms:created xsi:type="dcterms:W3CDTF">2026-05-22T00:56:00Z</dcterms:created>
  <dcterms:modified xsi:type="dcterms:W3CDTF">2026-05-26T05:41:10Z</dcterms:modified>
</cp:coreProperties>
</file>