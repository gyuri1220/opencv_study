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0C209-6EFD-8986-34CB-331CC2BFF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1F52B3-D76B-EFDB-AD53-D03C4123F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31D6E3-CCD3-120F-950E-2CC927A52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879594-DF37-2768-8930-AF2199BB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7F76DD-D8CA-DAF1-B1B8-5DED6D42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28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8AA96C-3A24-11E5-C8DE-94CDC29BE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9B6582-AB49-5823-9E4A-9B9315992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A48EDE-77A3-96CA-F6E0-AE4A3C35D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BE288A-E5DB-3BCB-FDB8-03B6435D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F17CDB-F82F-913E-D22B-150291A2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89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4998A-2CC8-568D-1F0A-FC2B67F5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4A6A90-390B-B46B-7F3D-236E7145C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56883-258C-FBC8-E98F-A6299E08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35894C-D2BE-2878-1EB3-849BDC35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595B7D-0072-EA77-1C86-6D8F45A0D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66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914E4-BD77-3F27-15D3-8B7C6886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F1ECB7-F9BC-4F57-C035-571508456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5ADD87-977D-0FA5-78E7-2D6DCE479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74734A-7BAD-2B14-CA08-F3DFAF2D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D464A9-8DE3-26AD-B865-8CD71DA9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F6E592-2A89-F805-A4E2-E811C0B6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37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4AB79-E6E2-D972-DD09-89C8AE12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F53570-A6D2-7FDA-725D-375C1D3AC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BD0760-0105-EEAA-2DB2-D3C0AB575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F16A37-722B-1CA9-54A1-986BDB038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59B6A91-CCAE-7023-CBEF-9E25C1C142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6DB7E-36C7-485E-4C28-7267A40C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E2C214-5F20-DC03-0EAF-27FD66A4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522754-9912-4A65-4EE9-43A5DFE3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86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D5D83-4F7F-D96F-BE2B-636CCF74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B6B7CD-B824-0DB2-45AD-8EE514C3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92D579-F941-C6FA-BE9A-8891E07D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1F94D6-6E13-2850-EFCA-E002E0AB4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30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7D2EB3-3A1A-3B62-89F3-D92937AD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48F042-EEF2-25AC-85B9-103A8E90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CFA8E7-AAC1-1843-D498-AFC0B9B6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64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EDE15-6AC0-EB1D-44E1-A8CBF4A8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ABC61F-2DFB-E1BE-CCB7-3FB27C51D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ED1B67-A4CE-4383-6566-40C2B8F98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79C68D-30D5-CD19-0272-23C2E9A1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78F032-C142-9E44-BF19-45D0F81C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2586C5-D4CD-BEF3-DAC2-7A1BB46B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97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C96DA-3C51-DA36-61DE-2744D6FB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000C91-671E-9266-25B7-698C2A51A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286934-F000-AE00-1AD7-CDD7B9C25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6ABB1B-B5F5-FF32-7417-88670F27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0F471-FCA1-1A36-940B-E17D98AD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0C1AC2-7A7E-4906-838D-D8AFB0CE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40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DB51A-DAB7-9516-F237-D9125FDD8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EF2F9E-8AF8-7CE5-7D90-F3DADB566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8F7FAC-9D0B-6CFD-74D0-070D1119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27BE7-92A3-68E8-CFF8-1F5ED413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1C590C-1203-CCCB-B569-B4E7BF36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2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0E7AAD-85D4-B4E4-6580-413B739F8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DED8FD-7777-AE3E-24DA-DBEDCC1DB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4506F-02B6-AA76-FBE1-D16CF7E6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C12902-84EA-8077-FE40-66977160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D02836-EEBA-2207-9998-373A67FF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97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25B28E-0055-38F1-BD91-E3F2BEF98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690966-7DB1-5AC1-AE5D-1186A189E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241F6-E9B0-32C8-10C7-B0F86F923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D52EF-3285-40B2-82EB-1336C843703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431EA1-2F64-524D-84CB-711D5EDF7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EBEEC5-2C8E-0B03-83C7-826FAB218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39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D3CDF-141E-9048-970B-198EC79994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 err="1"/>
              <a:t>LucusEdge</a:t>
            </a:r>
            <a:r>
              <a:rPr lang="en-US" altLang="ko-KR" sz="4800" dirty="0"/>
              <a:t> Studio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FB8E05-80CC-3002-AD4B-6F305222E2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5/18~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4299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901B7E9-F15E-B205-3746-2A46B178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935225"/>
            <a:ext cx="6403109" cy="2646899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BFDF55C8-9154-3107-9156-25B867D0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Circles</a:t>
            </a:r>
            <a:endParaRPr lang="ko-KR" alt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C53CB8-84B1-1489-1789-7C5B728FA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797" y="946817"/>
            <a:ext cx="2543175" cy="1800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085A20-5084-DCDA-9949-DA53DD9B355C}"/>
              </a:ext>
            </a:extLst>
          </p:cNvPr>
          <p:cNvSpPr txBox="1"/>
          <p:nvPr/>
        </p:nvSpPr>
        <p:spPr>
          <a:xfrm>
            <a:off x="135371" y="669818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45F03-99A9-989F-498D-81887A5FF046}"/>
              </a:ext>
            </a:extLst>
          </p:cNvPr>
          <p:cNvSpPr txBox="1"/>
          <p:nvPr/>
        </p:nvSpPr>
        <p:spPr>
          <a:xfrm>
            <a:off x="7269324" y="602763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B51D2A-4118-F0C0-E207-C44689E105B1}"/>
              </a:ext>
            </a:extLst>
          </p:cNvPr>
          <p:cNvSpPr txBox="1"/>
          <p:nvPr/>
        </p:nvSpPr>
        <p:spPr>
          <a:xfrm>
            <a:off x="304492" y="3771978"/>
            <a:ext cx="4138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Resize</a:t>
            </a:r>
          </a:p>
          <a:p>
            <a:r>
              <a:rPr lang="en-US" altLang="ko-KR" dirty="0"/>
              <a:t>640x480 / LANCZOS / KEEP Aspect </a:t>
            </a:r>
            <a:r>
              <a:rPr lang="ko-KR" altLang="en-US" dirty="0"/>
              <a:t>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78EA7D-4575-5582-2121-AA11286214B2}"/>
              </a:ext>
            </a:extLst>
          </p:cNvPr>
          <p:cNvSpPr txBox="1"/>
          <p:nvPr/>
        </p:nvSpPr>
        <p:spPr>
          <a:xfrm>
            <a:off x="304491" y="4672090"/>
            <a:ext cx="7699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Find Circles</a:t>
            </a:r>
          </a:p>
          <a:p>
            <a:r>
              <a:rPr lang="en-US" altLang="ko-KR" dirty="0"/>
              <a:t>Min </a:t>
            </a:r>
            <a:r>
              <a:rPr lang="en-US" altLang="ko-KR" dirty="0" err="1"/>
              <a:t>Dist</a:t>
            </a:r>
            <a:r>
              <a:rPr lang="en-US" altLang="ko-KR" dirty="0"/>
              <a:t> 15 / Param1 35 / param2 24 / min radius 25 / max radius 100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90BBB6B-48EA-7583-AFC4-6CF444D52D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666"/>
          <a:stretch>
            <a:fillRect/>
          </a:stretch>
        </p:blipFill>
        <p:spPr>
          <a:xfrm>
            <a:off x="8294560" y="3529804"/>
            <a:ext cx="3461328" cy="293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25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와이드스크린</PresentationFormat>
  <Paragraphs>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LucusEdge Studio</vt:lpstr>
      <vt:lpstr>Find Circles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KANG</dc:creator>
  <cp:lastModifiedBy>KANG</cp:lastModifiedBy>
  <cp:revision>1</cp:revision>
  <dcterms:created xsi:type="dcterms:W3CDTF">2026-05-18T06:52:49Z</dcterms:created>
  <dcterms:modified xsi:type="dcterms:W3CDTF">2026-05-18T06:53:06Z</dcterms:modified>
</cp:coreProperties>
</file>