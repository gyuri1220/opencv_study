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6" r:id="rId9"/>
    <p:sldId id="270" r:id="rId10"/>
    <p:sldId id="271" r:id="rId11"/>
    <p:sldId id="27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0C209-6EFD-8986-34CB-331CC2BFF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1F52B3-D76B-EFDB-AD53-D03C4123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31D6E3-CCD3-120F-950E-2CC927A5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79594-DF37-2768-8930-AF2199BB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7F76DD-D8CA-DAF1-B1B8-5DED6D42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28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AA96C-3A24-11E5-C8DE-94CDC29B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B6582-AB49-5823-9E4A-9B9315992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48EDE-77A3-96CA-F6E0-AE4A3C35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E288A-E5DB-3BCB-FDB8-03B6435D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17CDB-F82F-913E-D22B-150291A2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998A-2CC8-568D-1F0A-FC2B67F5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4A6A90-390B-B46B-7F3D-236E7145C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56883-258C-FBC8-E98F-A6299E08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5894C-D2BE-2878-1EB3-849BDC35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95B7D-0072-EA77-1C86-6D8F45A0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66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914E4-BD77-3F27-15D3-8B7C6886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1ECB7-F9BC-4F57-C035-571508456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ADD87-977D-0FA5-78E7-2D6DCE47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4734A-7BAD-2B14-CA08-F3DFAF2D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D464A9-8DE3-26AD-B865-8CD71DA9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F6E592-2A89-F805-A4E2-E811C0B6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7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4AB79-E6E2-D972-DD09-89C8AE12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53570-A6D2-7FDA-725D-375C1D3A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D0760-0105-EEAA-2DB2-D3C0AB575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F16A37-722B-1CA9-54A1-986BDB038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9B6A91-CCAE-7023-CBEF-9E25C1C14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6DB7E-36C7-485E-4C28-7267A40C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E2C214-5F20-DC03-0EAF-27FD66A4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522754-9912-4A65-4EE9-43A5DFE3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D5D83-4F7F-D96F-BE2B-636CCF74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B6B7CD-B824-0DB2-45AD-8EE514C3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92D579-F941-C6FA-BE9A-8891E07D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1F94D6-6E13-2850-EFCA-E002E0AB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30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D2EB3-3A1A-3B62-89F3-D92937AD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48F042-EEF2-25AC-85B9-103A8E90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FA8E7-AAC1-1843-D498-AFC0B9B6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64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EDE15-6AC0-EB1D-44E1-A8CBF4A8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BC61F-2DFB-E1BE-CCB7-3FB27C51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ED1B67-A4CE-4383-6566-40C2B8F98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79C68D-30D5-CD19-0272-23C2E9A1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8F032-C142-9E44-BF19-45D0F81C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2586C5-D4CD-BEF3-DAC2-7A1BB46B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97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C96DA-3C51-DA36-61DE-2744D6FB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000C91-671E-9266-25B7-698C2A51A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286934-F000-AE00-1AD7-CDD7B9C25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ABB1B-B5F5-FF32-7417-88670F27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0F471-FCA1-1A36-940B-E17D98AD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0C1AC2-7A7E-4906-838D-D8AFB0CE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4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DB51A-DAB7-9516-F237-D9125FDD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EF2F9E-8AF8-7CE5-7D90-F3DADB566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8F7FAC-9D0B-6CFD-74D0-070D1119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27BE7-92A3-68E8-CFF8-1F5ED413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C590C-1203-CCCB-B569-B4E7BF36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2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0E7AAD-85D4-B4E4-6580-413B739F8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DED8FD-7777-AE3E-24DA-DBEDCC1DB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4506F-02B6-AA76-FBE1-D16CF7E6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12902-84EA-8077-FE40-66977160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D02836-EEBA-2207-9998-373A67FF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97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25B28E-0055-38F1-BD91-E3F2BEF9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690966-7DB1-5AC1-AE5D-1186A189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241F6-E9B0-32C8-10C7-B0F86F923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D52EF-3285-40B2-82EB-1336C843703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31EA1-2F64-524D-84CB-711D5EDF7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BEEC5-2C8E-0B03-83C7-826FAB218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39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D3CDF-141E-9048-970B-198EC7999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 err="1"/>
              <a:t>LucusEdge</a:t>
            </a:r>
            <a:r>
              <a:rPr lang="en-US" altLang="ko-KR" sz="4800" dirty="0"/>
              <a:t> Studio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FB8E05-80CC-3002-AD4B-6F305222E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강규리</a:t>
            </a:r>
            <a:r>
              <a:rPr lang="ko-KR" altLang="en-US"/>
              <a:t> </a:t>
            </a:r>
            <a:r>
              <a:rPr lang="en-US" altLang="ko-KR"/>
              <a:t>5/18</a:t>
            </a:r>
            <a:r>
              <a:rPr lang="en-US" altLang="ko-KR" dirty="0"/>
              <a:t>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29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01B7E9-F15E-B205-3746-2A46B17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983452"/>
            <a:ext cx="6403109" cy="2646899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FDF55C8-9154-3107-9156-25B867D0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Circles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C53CB8-84B1-1489-1789-7C5B728FA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797" y="946817"/>
            <a:ext cx="2543175" cy="1800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085A20-5084-DCDA-9949-DA53DD9B355C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45F03-99A9-989F-498D-81887A5FF046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51D2A-4118-F0C0-E207-C44689E105B1}"/>
              </a:ext>
            </a:extLst>
          </p:cNvPr>
          <p:cNvSpPr txBox="1"/>
          <p:nvPr/>
        </p:nvSpPr>
        <p:spPr>
          <a:xfrm>
            <a:off x="304492" y="4110959"/>
            <a:ext cx="4138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Resize</a:t>
            </a:r>
          </a:p>
          <a:p>
            <a:r>
              <a:rPr lang="en-US" altLang="ko-KR" dirty="0"/>
              <a:t>640x480 / LANCZOS / KEEP Aspect </a:t>
            </a:r>
            <a:r>
              <a:rPr lang="ko-KR" altLang="en-US" dirty="0"/>
              <a:t>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78EA7D-4575-5582-2121-AA11286214B2}"/>
              </a:ext>
            </a:extLst>
          </p:cNvPr>
          <p:cNvSpPr txBox="1"/>
          <p:nvPr/>
        </p:nvSpPr>
        <p:spPr>
          <a:xfrm>
            <a:off x="304491" y="5011071"/>
            <a:ext cx="7699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Circles</a:t>
            </a:r>
          </a:p>
          <a:p>
            <a:r>
              <a:rPr lang="en-US" altLang="ko-KR" dirty="0"/>
              <a:t>Min </a:t>
            </a:r>
            <a:r>
              <a:rPr lang="en-US" altLang="ko-KR" dirty="0" err="1"/>
              <a:t>Dist</a:t>
            </a:r>
            <a:r>
              <a:rPr lang="en-US" altLang="ko-KR" dirty="0"/>
              <a:t> 15 / Param1 35 / param2 24 / min radius 25 / max radius 100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90BBB6B-48EA-7583-AFC4-6CF444D52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66"/>
          <a:stretch>
            <a:fillRect/>
          </a:stretch>
        </p:blipFill>
        <p:spPr>
          <a:xfrm>
            <a:off x="8294560" y="3529804"/>
            <a:ext cx="3461328" cy="293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4ED17-139E-1FFC-5250-993811A9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2A630D-1E6F-9E58-5769-AECB05A2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09" y="1027906"/>
            <a:ext cx="10335491" cy="444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2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DAD1-F2C5-A192-8F34-34810782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1F5BDC3-DD68-9741-F6D8-94264C3D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Lines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CC049-AF7E-7A4B-9E8D-3A483755A3CB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D042D-4329-98C8-4F33-D52249D36D01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D62DD-7277-D42C-D58A-3599A8F3A77A}"/>
              </a:ext>
            </a:extLst>
          </p:cNvPr>
          <p:cNvSpPr txBox="1"/>
          <p:nvPr/>
        </p:nvSpPr>
        <p:spPr>
          <a:xfrm>
            <a:off x="173182" y="4752848"/>
            <a:ext cx="6003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Lines</a:t>
            </a:r>
          </a:p>
          <a:p>
            <a:r>
              <a:rPr lang="en-US" altLang="ko-KR" dirty="0"/>
              <a:t>Threshold 100 / Min Line Length 90 / Max Line Gap 10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D0AC3C-38AF-B807-1193-377FA6D4F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" r="32451" b="10593"/>
          <a:stretch>
            <a:fillRect/>
          </a:stretch>
        </p:blipFill>
        <p:spPr>
          <a:xfrm>
            <a:off x="173182" y="946817"/>
            <a:ext cx="5784273" cy="3670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A66A8A-42F2-AE05-E0D7-E7BFBDDC7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189" y="864712"/>
            <a:ext cx="4549812" cy="25592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D76234-6878-F6C9-1F41-71E8287FE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96" t="52187"/>
          <a:stretch>
            <a:fillRect/>
          </a:stretch>
        </p:blipFill>
        <p:spPr>
          <a:xfrm>
            <a:off x="7970982" y="3484750"/>
            <a:ext cx="3713019" cy="3106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D82D6F-88D7-69AC-0C0A-54624F72B9F3}"/>
              </a:ext>
            </a:extLst>
          </p:cNvPr>
          <p:cNvSpPr txBox="1"/>
          <p:nvPr/>
        </p:nvSpPr>
        <p:spPr>
          <a:xfrm>
            <a:off x="178379" y="5381061"/>
            <a:ext cx="587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Threshold 50 / Min Line Length 10 / Max Line Gap 10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378B-90D3-3908-C741-6D1553BBAF7A}"/>
              </a:ext>
            </a:extLst>
          </p:cNvPr>
          <p:cNvSpPr txBox="1"/>
          <p:nvPr/>
        </p:nvSpPr>
        <p:spPr>
          <a:xfrm>
            <a:off x="182418" y="5717958"/>
            <a:ext cx="587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Threshold 30 / Min Line Length 10 / Max Line Gap 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34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858F7-4FBA-118B-0333-969BB7E7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BCA9C8-B8BA-4818-3B49-920F76FA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929130"/>
            <a:ext cx="11353800" cy="48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2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DAD51-8EAC-21F1-9398-DE08B93C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D07AB8-5441-B9B1-8361-49F3A164D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17" y="1027906"/>
            <a:ext cx="10987965" cy="46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7249-1B39-FC3C-42ED-16312759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FAAE2BC-2865-9189-BAA2-AC837BD1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Stitch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0E841-1DD4-82DD-076D-F32F1383A0AA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F7F05-0DA0-41DB-F993-91A789596F7A}"/>
              </a:ext>
            </a:extLst>
          </p:cNvPr>
          <p:cNvSpPr txBox="1"/>
          <p:nvPr/>
        </p:nvSpPr>
        <p:spPr>
          <a:xfrm>
            <a:off x="7551623" y="591171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A75CB-6792-FA6B-2487-900EF3A92152}"/>
              </a:ext>
            </a:extLst>
          </p:cNvPr>
          <p:cNvSpPr txBox="1"/>
          <p:nvPr/>
        </p:nvSpPr>
        <p:spPr>
          <a:xfrm>
            <a:off x="402226" y="4364740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Stitch</a:t>
            </a:r>
          </a:p>
          <a:p>
            <a:r>
              <a:rPr lang="en-US" altLang="ko-KR" dirty="0"/>
              <a:t>Horizontal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462610-79F8-809C-F95A-1276FCAA8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174" y="1038773"/>
            <a:ext cx="1943371" cy="14670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D01343-B482-A91B-C85D-2DCC160F9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359" y="1038772"/>
            <a:ext cx="2000529" cy="14670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923AB0-FB15-69B7-2CDA-9C2E665D0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241" y="3391595"/>
            <a:ext cx="3915321" cy="323895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D015C5C-524D-D511-CA2A-8A25A10F9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1" y="1038772"/>
            <a:ext cx="645885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2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A72A4-F27F-B46B-222D-FC91137B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3DD81A-922D-B8C4-4D19-B5A9D685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18" y="1093012"/>
            <a:ext cx="11573164" cy="489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B452-FC2F-DEC9-7E26-5BE15233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3C8278C-FB2C-DBD5-DAD4-42BA4A1D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Contours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37178-6D26-0969-8BC7-D42DE3E5D888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BAD9C-1B8F-2DC9-AAFC-012EDE343E04}"/>
              </a:ext>
            </a:extLst>
          </p:cNvPr>
          <p:cNvSpPr txBox="1"/>
          <p:nvPr/>
        </p:nvSpPr>
        <p:spPr>
          <a:xfrm>
            <a:off x="6628741" y="236067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EAE4E4-9942-5DE7-3396-BDE821D7A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" r="32379" b="67369"/>
          <a:stretch>
            <a:fillRect/>
          </a:stretch>
        </p:blipFill>
        <p:spPr>
          <a:xfrm>
            <a:off x="393895" y="963673"/>
            <a:ext cx="3956350" cy="1579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2B6647-B014-3094-F18B-D3C09495947B}"/>
              </a:ext>
            </a:extLst>
          </p:cNvPr>
          <p:cNvSpPr txBox="1"/>
          <p:nvPr/>
        </p:nvSpPr>
        <p:spPr>
          <a:xfrm>
            <a:off x="4437509" y="963673"/>
            <a:ext cx="210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Contours</a:t>
            </a:r>
          </a:p>
          <a:p>
            <a:r>
              <a:rPr lang="en-US" altLang="ko-KR" dirty="0"/>
              <a:t>Threshold 170	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6AFAEE4-C021-18AF-2AD7-71EBEB2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41" y="513066"/>
            <a:ext cx="2306401" cy="27816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0E1C07C-CAF9-01C9-D0AD-293DD25C2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588" y="513066"/>
            <a:ext cx="2295845" cy="279121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211892F-AF13-764C-DB7F-727633DFA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4" t="34085" r="1314" b="36265"/>
          <a:stretch>
            <a:fillRect/>
          </a:stretch>
        </p:blipFill>
        <p:spPr>
          <a:xfrm>
            <a:off x="393895" y="2705697"/>
            <a:ext cx="5824025" cy="143490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48C5D5-694D-CB2F-10BC-99AB944FB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921" y="4274564"/>
            <a:ext cx="4238999" cy="24122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F4537D7-D50B-06DA-11F3-60325D6963CA}"/>
              </a:ext>
            </a:extLst>
          </p:cNvPr>
          <p:cNvSpPr txBox="1"/>
          <p:nvPr/>
        </p:nvSpPr>
        <p:spPr>
          <a:xfrm>
            <a:off x="913246" y="6409841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F3E3D22-A4CE-6846-C16B-4C240D86AD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13" t="1797"/>
          <a:stretch>
            <a:fillRect/>
          </a:stretch>
        </p:blipFill>
        <p:spPr>
          <a:xfrm>
            <a:off x="6514581" y="3470038"/>
            <a:ext cx="5392014" cy="30586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7C9D708-0BE6-BC0D-E9C9-E43066E1D34A}"/>
              </a:ext>
            </a:extLst>
          </p:cNvPr>
          <p:cNvSpPr txBox="1"/>
          <p:nvPr/>
        </p:nvSpPr>
        <p:spPr>
          <a:xfrm>
            <a:off x="0" y="4274564"/>
            <a:ext cx="2103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Contours</a:t>
            </a:r>
          </a:p>
          <a:p>
            <a:r>
              <a:rPr lang="en-US" altLang="ko-KR" dirty="0"/>
              <a:t>Mode TREE</a:t>
            </a:r>
          </a:p>
          <a:p>
            <a:r>
              <a:rPr lang="en-US" altLang="ko-KR" dirty="0"/>
              <a:t>Threshold 80</a:t>
            </a:r>
          </a:p>
          <a:p>
            <a:r>
              <a:rPr lang="en-US" altLang="ko-K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6089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C376B9C-416F-5007-B73C-071B0E634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44" r="31741"/>
          <a:stretch>
            <a:fillRect/>
          </a:stretch>
        </p:blipFill>
        <p:spPr>
          <a:xfrm>
            <a:off x="693063" y="1294227"/>
            <a:ext cx="4207183" cy="17690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67A3C7-BA3D-E1FF-7DF1-3BC464BAD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988" y="780799"/>
            <a:ext cx="3763878" cy="26482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0090BF-5C0A-D83E-6379-20E175E09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661" y="3731930"/>
            <a:ext cx="3810532" cy="2657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2EE499-D2BD-0C35-B442-70D631F9D795}"/>
              </a:ext>
            </a:extLst>
          </p:cNvPr>
          <p:cNvSpPr txBox="1"/>
          <p:nvPr/>
        </p:nvSpPr>
        <p:spPr>
          <a:xfrm>
            <a:off x="585537" y="96367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A29D5-1E0F-D43C-5D1F-49DFC917C013}"/>
              </a:ext>
            </a:extLst>
          </p:cNvPr>
          <p:cNvSpPr txBox="1"/>
          <p:nvPr/>
        </p:nvSpPr>
        <p:spPr>
          <a:xfrm>
            <a:off x="6299661" y="50380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A26AB-3FB4-6034-0E90-4FFF44517241}"/>
              </a:ext>
            </a:extLst>
          </p:cNvPr>
          <p:cNvSpPr txBox="1"/>
          <p:nvPr/>
        </p:nvSpPr>
        <p:spPr>
          <a:xfrm>
            <a:off x="693063" y="3211727"/>
            <a:ext cx="210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Contours</a:t>
            </a:r>
          </a:p>
          <a:p>
            <a:r>
              <a:rPr lang="en-US" altLang="ko-KR" dirty="0"/>
              <a:t>Threshold 80	</a:t>
            </a:r>
          </a:p>
        </p:txBody>
      </p:sp>
    </p:spTree>
    <p:extLst>
      <p:ext uri="{BB962C8B-B14F-4D97-AF65-F5344CB8AC3E}">
        <p14:creationId xmlns:p14="http://schemas.microsoft.com/office/powerpoint/2010/main" val="132896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2CA1-8DEF-8551-3C57-EFBB312C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C3CC6D6-33FD-A7D5-A37B-F60F077C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Corner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3FFC0-0CBB-DF69-0C42-D0E1D1C3640F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9AD98-E3F1-9D0C-A334-FE27B706CD40}"/>
              </a:ext>
            </a:extLst>
          </p:cNvPr>
          <p:cNvSpPr txBox="1"/>
          <p:nvPr/>
        </p:nvSpPr>
        <p:spPr>
          <a:xfrm>
            <a:off x="6628741" y="236067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F3A39-AD87-F5F2-B4CB-B3CA40A1F5F3}"/>
              </a:ext>
            </a:extLst>
          </p:cNvPr>
          <p:cNvSpPr txBox="1"/>
          <p:nvPr/>
        </p:nvSpPr>
        <p:spPr>
          <a:xfrm>
            <a:off x="291098" y="3814717"/>
            <a:ext cx="4774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Lines</a:t>
            </a:r>
          </a:p>
          <a:p>
            <a:r>
              <a:rPr lang="en-US" altLang="ko-KR" dirty="0"/>
              <a:t>Method SHI_TOMASI / Max Corners 38	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18A5BC-3894-FE40-748A-027A33508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98" y="1171462"/>
            <a:ext cx="5463959" cy="1984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DAE864-D8CE-775B-3C6A-9D0FCD230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41" y="729670"/>
            <a:ext cx="2746083" cy="2308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4250983-4BCD-11D3-4A95-CF6CBFBB0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741" y="3255225"/>
            <a:ext cx="3886742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69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141</Words>
  <Application>Microsoft Office PowerPoint</Application>
  <PresentationFormat>와이드스크린</PresentationFormat>
  <Paragraphs>40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LucusEdge Studio</vt:lpstr>
      <vt:lpstr>Find Circles</vt:lpstr>
      <vt:lpstr>PowerPoint 프레젠테이션</vt:lpstr>
      <vt:lpstr>Find Lines</vt:lpstr>
      <vt:lpstr>PowerPoint 프레젠테이션</vt:lpstr>
      <vt:lpstr>PowerPoint 프레젠테이션</vt:lpstr>
      <vt:lpstr>Find Stitch</vt:lpstr>
      <vt:lpstr>PowerPoint 프레젠테이션</vt:lpstr>
      <vt:lpstr>Find Contours</vt:lpstr>
      <vt:lpstr>PowerPoint 프레젠테이션</vt:lpstr>
      <vt:lpstr>Find Corner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</dc:creator>
  <cp:lastModifiedBy>KANG</cp:lastModifiedBy>
  <cp:revision>7</cp:revision>
  <dcterms:created xsi:type="dcterms:W3CDTF">2026-05-18T06:52:49Z</dcterms:created>
  <dcterms:modified xsi:type="dcterms:W3CDTF">2026-05-20T08:09:10Z</dcterms:modified>
</cp:coreProperties>
</file>